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2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BEAF562-3158-46F2-B8E5-206BF802A4FB}">
          <p14:sldIdLst>
            <p14:sldId id="257"/>
            <p14:sldId id="259"/>
            <p14:sldId id="261"/>
            <p14:sldId id="262"/>
            <p14:sldId id="260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60"/>
  </p:normalViewPr>
  <p:slideViewPr>
    <p:cSldViewPr snapToGrid="0">
      <p:cViewPr varScale="1">
        <p:scale>
          <a:sx n="85" d="100"/>
          <a:sy n="85" d="100"/>
        </p:scale>
        <p:origin x="7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udhvi Naravula" userId="c8fb075ebb4bcc1b" providerId="LiveId" clId="{1EA00CC3-8806-40EA-AF8C-325B640189DB}"/>
    <pc:docChg chg="undo custSel addSld modSld modSection">
      <pc:chgData name="Prudhvi Naravula" userId="c8fb075ebb4bcc1b" providerId="LiveId" clId="{1EA00CC3-8806-40EA-AF8C-325B640189DB}" dt="2025-05-27T07:23:12.578" v="458" actId="20577"/>
      <pc:docMkLst>
        <pc:docMk/>
      </pc:docMkLst>
      <pc:sldChg chg="addSp delSp modSp new mod">
        <pc:chgData name="Prudhvi Naravula" userId="c8fb075ebb4bcc1b" providerId="LiveId" clId="{1EA00CC3-8806-40EA-AF8C-325B640189DB}" dt="2025-05-27T07:23:12.578" v="458" actId="20577"/>
        <pc:sldMkLst>
          <pc:docMk/>
          <pc:sldMk cId="1283801864" sldId="263"/>
        </pc:sldMkLst>
        <pc:spChg chg="add mod">
          <ac:chgData name="Prudhvi Naravula" userId="c8fb075ebb4bcc1b" providerId="LiveId" clId="{1EA00CC3-8806-40EA-AF8C-325B640189DB}" dt="2025-05-27T07:16:16.394" v="1"/>
          <ac:spMkLst>
            <pc:docMk/>
            <pc:sldMk cId="1283801864" sldId="263"/>
            <ac:spMk id="2" creationId="{D5F88FBA-F5C1-DCF1-B0CC-C1E7E7904700}"/>
          </ac:spMkLst>
        </pc:spChg>
        <pc:spChg chg="add mod">
          <ac:chgData name="Prudhvi Naravula" userId="c8fb075ebb4bcc1b" providerId="LiveId" clId="{1EA00CC3-8806-40EA-AF8C-325B640189DB}" dt="2025-05-27T07:16:16.394" v="1"/>
          <ac:spMkLst>
            <pc:docMk/>
            <pc:sldMk cId="1283801864" sldId="263"/>
            <ac:spMk id="5" creationId="{C1C4EE97-C838-98B4-C2A1-35C055DC2027}"/>
          </ac:spMkLst>
        </pc:spChg>
        <pc:spChg chg="add del mod">
          <ac:chgData name="Prudhvi Naravula" userId="c8fb075ebb4bcc1b" providerId="LiveId" clId="{1EA00CC3-8806-40EA-AF8C-325B640189DB}" dt="2025-05-27T07:16:21.910" v="2" actId="478"/>
          <ac:spMkLst>
            <pc:docMk/>
            <pc:sldMk cId="1283801864" sldId="263"/>
            <ac:spMk id="6" creationId="{33A48189-8403-A7AD-2096-F40DE33C46E3}"/>
          </ac:spMkLst>
        </pc:spChg>
        <pc:spChg chg="add del mod">
          <ac:chgData name="Prudhvi Naravula" userId="c8fb075ebb4bcc1b" providerId="LiveId" clId="{1EA00CC3-8806-40EA-AF8C-325B640189DB}" dt="2025-05-27T07:16:21.910" v="2" actId="478"/>
          <ac:spMkLst>
            <pc:docMk/>
            <pc:sldMk cId="1283801864" sldId="263"/>
            <ac:spMk id="7" creationId="{4B4AB154-FE0C-A6F4-DB70-202E16E754A1}"/>
          </ac:spMkLst>
        </pc:spChg>
        <pc:spChg chg="add del mod">
          <ac:chgData name="Prudhvi Naravula" userId="c8fb075ebb4bcc1b" providerId="LiveId" clId="{1EA00CC3-8806-40EA-AF8C-325B640189DB}" dt="2025-05-27T07:16:21.910" v="2" actId="478"/>
          <ac:spMkLst>
            <pc:docMk/>
            <pc:sldMk cId="1283801864" sldId="263"/>
            <ac:spMk id="8" creationId="{2E4F27F5-F5C3-5A0C-7BE3-2DC450A90B30}"/>
          </ac:spMkLst>
        </pc:spChg>
        <pc:spChg chg="add del mod">
          <ac:chgData name="Prudhvi Naravula" userId="c8fb075ebb4bcc1b" providerId="LiveId" clId="{1EA00CC3-8806-40EA-AF8C-325B640189DB}" dt="2025-05-27T07:16:21.910" v="2" actId="478"/>
          <ac:spMkLst>
            <pc:docMk/>
            <pc:sldMk cId="1283801864" sldId="263"/>
            <ac:spMk id="9" creationId="{C4ADC320-76A6-05A2-73FF-6E6B7E984681}"/>
          </ac:spMkLst>
        </pc:spChg>
        <pc:spChg chg="add del mod">
          <ac:chgData name="Prudhvi Naravula" userId="c8fb075ebb4bcc1b" providerId="LiveId" clId="{1EA00CC3-8806-40EA-AF8C-325B640189DB}" dt="2025-05-27T07:16:29.136" v="5"/>
          <ac:spMkLst>
            <pc:docMk/>
            <pc:sldMk cId="1283801864" sldId="263"/>
            <ac:spMk id="11" creationId="{A79D9BE7-A147-BED5-D715-8573B8E51EDB}"/>
          </ac:spMkLst>
        </pc:spChg>
        <pc:spChg chg="add mod">
          <ac:chgData name="Prudhvi Naravula" userId="c8fb075ebb4bcc1b" providerId="LiveId" clId="{1EA00CC3-8806-40EA-AF8C-325B640189DB}" dt="2025-05-27T07:20:44.434" v="427" actId="5793"/>
          <ac:spMkLst>
            <pc:docMk/>
            <pc:sldMk cId="1283801864" sldId="263"/>
            <ac:spMk id="13" creationId="{3199F903-8D9C-EBAD-FB86-167DE2866572}"/>
          </ac:spMkLst>
        </pc:spChg>
        <pc:spChg chg="add mod">
          <ac:chgData name="Prudhvi Naravula" userId="c8fb075ebb4bcc1b" providerId="LiveId" clId="{1EA00CC3-8806-40EA-AF8C-325B640189DB}" dt="2025-05-27T07:16:16.394" v="1"/>
          <ac:spMkLst>
            <pc:docMk/>
            <pc:sldMk cId="1283801864" sldId="263"/>
            <ac:spMk id="14" creationId="{B6BC0C53-3512-06DD-0051-25FD457DB82C}"/>
          </ac:spMkLst>
        </pc:spChg>
        <pc:spChg chg="add mod">
          <ac:chgData name="Prudhvi Naravula" userId="c8fb075ebb4bcc1b" providerId="LiveId" clId="{1EA00CC3-8806-40EA-AF8C-325B640189DB}" dt="2025-05-27T07:17:46.513" v="208" actId="1037"/>
          <ac:spMkLst>
            <pc:docMk/>
            <pc:sldMk cId="1283801864" sldId="263"/>
            <ac:spMk id="15" creationId="{19D7E935-2A35-02AD-FB45-50C5F3EAA5FA}"/>
          </ac:spMkLst>
        </pc:spChg>
        <pc:spChg chg="add mod">
          <ac:chgData name="Prudhvi Naravula" userId="c8fb075ebb4bcc1b" providerId="LiveId" clId="{1EA00CC3-8806-40EA-AF8C-325B640189DB}" dt="2025-05-27T07:17:46.513" v="208" actId="1037"/>
          <ac:spMkLst>
            <pc:docMk/>
            <pc:sldMk cId="1283801864" sldId="263"/>
            <ac:spMk id="16" creationId="{AA00E9EA-847A-4D11-39F2-A87859128D3F}"/>
          </ac:spMkLst>
        </pc:spChg>
        <pc:spChg chg="add mod">
          <ac:chgData name="Prudhvi Naravula" userId="c8fb075ebb4bcc1b" providerId="LiveId" clId="{1EA00CC3-8806-40EA-AF8C-325B640189DB}" dt="2025-05-27T07:19:49.105" v="380" actId="1076"/>
          <ac:spMkLst>
            <pc:docMk/>
            <pc:sldMk cId="1283801864" sldId="263"/>
            <ac:spMk id="17" creationId="{A2941B91-5527-5ED3-7DC8-1C6E8A957FDF}"/>
          </ac:spMkLst>
        </pc:spChg>
        <pc:spChg chg="add mod">
          <ac:chgData name="Prudhvi Naravula" userId="c8fb075ebb4bcc1b" providerId="LiveId" clId="{1EA00CC3-8806-40EA-AF8C-325B640189DB}" dt="2025-05-27T07:19:49.105" v="380" actId="1076"/>
          <ac:spMkLst>
            <pc:docMk/>
            <pc:sldMk cId="1283801864" sldId="263"/>
            <ac:spMk id="18" creationId="{58D88183-F891-3A1B-D793-26977E9A5280}"/>
          </ac:spMkLst>
        </pc:spChg>
        <pc:spChg chg="add mod">
          <ac:chgData name="Prudhvi Naravula" userId="c8fb075ebb4bcc1b" providerId="LiveId" clId="{1EA00CC3-8806-40EA-AF8C-325B640189DB}" dt="2025-05-27T07:20:30.760" v="412" actId="1076"/>
          <ac:spMkLst>
            <pc:docMk/>
            <pc:sldMk cId="1283801864" sldId="263"/>
            <ac:spMk id="19" creationId="{8ABFFF35-7FE9-7E06-B2E8-EA701A29C705}"/>
          </ac:spMkLst>
        </pc:spChg>
        <pc:spChg chg="add mod">
          <ac:chgData name="Prudhvi Naravula" userId="c8fb075ebb4bcc1b" providerId="LiveId" clId="{1EA00CC3-8806-40EA-AF8C-325B640189DB}" dt="2025-05-27T07:20:30.760" v="412" actId="1076"/>
          <ac:spMkLst>
            <pc:docMk/>
            <pc:sldMk cId="1283801864" sldId="263"/>
            <ac:spMk id="20" creationId="{13DBD5C3-2264-9EDF-EEE0-A25124818131}"/>
          </ac:spMkLst>
        </pc:spChg>
        <pc:spChg chg="add mod">
          <ac:chgData name="Prudhvi Naravula" userId="c8fb075ebb4bcc1b" providerId="LiveId" clId="{1EA00CC3-8806-40EA-AF8C-325B640189DB}" dt="2025-05-27T07:19:34.963" v="377" actId="1076"/>
          <ac:spMkLst>
            <pc:docMk/>
            <pc:sldMk cId="1283801864" sldId="263"/>
            <ac:spMk id="21" creationId="{0223239C-213F-4021-BD67-C3051ADCC2A4}"/>
          </ac:spMkLst>
        </pc:spChg>
        <pc:spChg chg="add mod">
          <ac:chgData name="Prudhvi Naravula" userId="c8fb075ebb4bcc1b" providerId="LiveId" clId="{1EA00CC3-8806-40EA-AF8C-325B640189DB}" dt="2025-05-27T07:23:12.578" v="458" actId="20577"/>
          <ac:spMkLst>
            <pc:docMk/>
            <pc:sldMk cId="1283801864" sldId="263"/>
            <ac:spMk id="22" creationId="{7469112E-FEB9-55BB-7645-9020857B1D60}"/>
          </ac:spMkLst>
        </pc:spChg>
        <pc:spChg chg="add mod">
          <ac:chgData name="Prudhvi Naravula" userId="c8fb075ebb4bcc1b" providerId="LiveId" clId="{1EA00CC3-8806-40EA-AF8C-325B640189DB}" dt="2025-05-27T07:22:24.593" v="452" actId="1076"/>
          <ac:spMkLst>
            <pc:docMk/>
            <pc:sldMk cId="1283801864" sldId="263"/>
            <ac:spMk id="29" creationId="{605BF863-7158-5E13-F1B7-D70B0E7E0542}"/>
          </ac:spMkLst>
        </pc:spChg>
        <pc:spChg chg="add mod">
          <ac:chgData name="Prudhvi Naravula" userId="c8fb075ebb4bcc1b" providerId="LiveId" clId="{1EA00CC3-8806-40EA-AF8C-325B640189DB}" dt="2025-05-27T07:22:39.936" v="456" actId="20577"/>
          <ac:spMkLst>
            <pc:docMk/>
            <pc:sldMk cId="1283801864" sldId="263"/>
            <ac:spMk id="30" creationId="{A09D0E26-2F01-5382-7E71-E98BFD51CC0B}"/>
          </ac:spMkLst>
        </pc:spChg>
        <pc:graphicFrameChg chg="add del mod">
          <ac:chgData name="Prudhvi Naravula" userId="c8fb075ebb4bcc1b" providerId="LiveId" clId="{1EA00CC3-8806-40EA-AF8C-325B640189DB}" dt="2025-05-27T07:16:36.748" v="6" actId="478"/>
          <ac:graphicFrameMkLst>
            <pc:docMk/>
            <pc:sldMk cId="1283801864" sldId="263"/>
            <ac:graphicFrameMk id="12" creationId="{449BA3C6-7B02-4792-8268-D9A2026E1A54}"/>
          </ac:graphicFrameMkLst>
        </pc:graphicFrameChg>
        <pc:cxnChg chg="add mod">
          <ac:chgData name="Prudhvi Naravula" userId="c8fb075ebb4bcc1b" providerId="LiveId" clId="{1EA00CC3-8806-40EA-AF8C-325B640189DB}" dt="2025-05-27T07:16:16.394" v="1"/>
          <ac:cxnSpMkLst>
            <pc:docMk/>
            <pc:sldMk cId="1283801864" sldId="263"/>
            <ac:cxnSpMk id="3" creationId="{E996CB39-9298-3A0D-D04B-0971E14BC5CD}"/>
          </ac:cxnSpMkLst>
        </pc:cxnChg>
        <pc:cxnChg chg="add mod">
          <ac:chgData name="Prudhvi Naravula" userId="c8fb075ebb4bcc1b" providerId="LiveId" clId="{1EA00CC3-8806-40EA-AF8C-325B640189DB}" dt="2025-05-27T07:16:16.394" v="1"/>
          <ac:cxnSpMkLst>
            <pc:docMk/>
            <pc:sldMk cId="1283801864" sldId="263"/>
            <ac:cxnSpMk id="4" creationId="{6673D3D2-EE1F-7155-B858-78A91ED26CEA}"/>
          </ac:cxnSpMkLst>
        </pc:cxnChg>
        <pc:cxnChg chg="add del mod">
          <ac:chgData name="Prudhvi Naravula" userId="c8fb075ebb4bcc1b" providerId="LiveId" clId="{1EA00CC3-8806-40EA-AF8C-325B640189DB}" dt="2025-05-27T07:16:45.129" v="7" actId="478"/>
          <ac:cxnSpMkLst>
            <pc:docMk/>
            <pc:sldMk cId="1283801864" sldId="263"/>
            <ac:cxnSpMk id="10" creationId="{C4C39EA4-CF37-5EB7-F4F6-45AC5024FBF7}"/>
          </ac:cxnSpMkLst>
        </pc:cxnChg>
        <pc:cxnChg chg="add mod">
          <ac:chgData name="Prudhvi Naravula" userId="c8fb075ebb4bcc1b" providerId="LiveId" clId="{1EA00CC3-8806-40EA-AF8C-325B640189DB}" dt="2025-05-27T07:21:28.621" v="431" actId="14100"/>
          <ac:cxnSpMkLst>
            <pc:docMk/>
            <pc:sldMk cId="1283801864" sldId="263"/>
            <ac:cxnSpMk id="24" creationId="{237393D8-B920-FBD1-1E38-F67B48730DE3}"/>
          </ac:cxnSpMkLst>
        </pc:cxnChg>
        <pc:cxnChg chg="add mod">
          <ac:chgData name="Prudhvi Naravula" userId="c8fb075ebb4bcc1b" providerId="LiveId" clId="{1EA00CC3-8806-40EA-AF8C-325B640189DB}" dt="2025-05-27T07:21:37.427" v="433" actId="14100"/>
          <ac:cxnSpMkLst>
            <pc:docMk/>
            <pc:sldMk cId="1283801864" sldId="263"/>
            <ac:cxnSpMk id="26" creationId="{72239601-A097-DD34-CAF7-4F7071BECC4A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655-40F6-B83B-B4720BAF19E8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EAC-455E-B52E-CF45F8825972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655-40F6-B83B-B4720BAF19E8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655-40F6-B83B-B4720BAF19E8}"/>
              </c:ext>
            </c:extLst>
          </c:dPt>
          <c:cat>
            <c:strRef>
              <c:f>Sheet1!$A$2:$A$5</c:f>
              <c:strCache>
                <c:ptCount val="2"/>
                <c:pt idx="0">
                  <c:v>present</c:v>
                </c:pt>
                <c:pt idx="1">
                  <c:v>Absent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C-455E-B52E-CF45F8825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Sheet1!$A$3:$A$6</c:f>
              <c:strCache>
                <c:ptCount val="4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</c:strCache>
            </c:strRef>
          </c:cat>
          <c:val>
            <c:numRef>
              <c:f>Sheet1!$B$3:$B$6</c:f>
              <c:numCache>
                <c:formatCode>General</c:formatCode>
                <c:ptCount val="4"/>
                <c:pt idx="0">
                  <c:v>2.5</c:v>
                </c:pt>
                <c:pt idx="1">
                  <c:v>3.5</c:v>
                </c:pt>
                <c:pt idx="2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2B-4DAA-9796-F66BE4515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Absent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Sheet1!$A$3:$A$6</c:f>
              <c:strCache>
                <c:ptCount val="4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</c:strCache>
            </c:strRef>
          </c:cat>
          <c:val>
            <c:numRef>
              <c:f>Sheet1!$C$3:$C$6</c:f>
              <c:numCache>
                <c:formatCode>General</c:formatCode>
                <c:ptCount val="4"/>
                <c:pt idx="0">
                  <c:v>4.4000000000000004</c:v>
                </c:pt>
                <c:pt idx="1">
                  <c:v>1.8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2B-4DAA-9796-F66BE4515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5406991"/>
        <c:axId val="655407951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Sheet1!$A$3:$A$6</c:f>
              <c:strCache>
                <c:ptCount val="4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</c:strCache>
            </c:strRef>
          </c:cat>
          <c:val>
            <c:numRef>
              <c:f>Sheet1!$D$3:$D$6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2B-4DAA-9796-F66BE4515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55406991"/>
        <c:axId val="655407951"/>
      </c:lineChart>
      <c:catAx>
        <c:axId val="65540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407951"/>
        <c:crosses val="autoZero"/>
        <c:auto val="1"/>
        <c:lblAlgn val="ctr"/>
        <c:lblOffset val="100"/>
        <c:noMultiLvlLbl val="0"/>
      </c:catAx>
      <c:valAx>
        <c:axId val="6554079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406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F74F-8620-7991-00DA-750F5D7B4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389AA-53CF-382D-BE3D-466A4B8A6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1C1E5-8746-EB0B-05A5-A63F72567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6EA1E-9BE8-F3C2-D185-9BE0369D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67C1F-F10D-D1F1-07D2-642B397E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407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BA4E-3189-D957-4661-FE992F34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BE11-6E06-DF96-4952-C68B3BA2A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A26F-5B9C-FB53-3B89-ECD96722A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F47A-41E0-9077-CD01-AEAF17A3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A4920-3A1F-3D1E-651F-3889F086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1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3193-3B22-F090-0ACD-1A6F3240D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2A7E7-01BB-DD80-4920-ED62B1D51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7FBFD-3D28-11D6-EFCB-7FCEE7AC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62BB3-01C1-F62E-58BE-F36FCDD8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76ADE-98FA-D6EE-A898-888E91F4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64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A09E-9190-6191-A99B-548D7AC7C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1FF5C-49E4-8291-3393-24B34D92F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031C9-85C0-5577-E109-261F7DA3D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56407-40A1-95B6-D5BF-9A8C5500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AAACB-A2C9-D57B-4273-ADAB4B1E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55A6B-8106-B72A-6B9D-573FA824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6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3996-463E-F38D-3A59-9F9BF784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2890D-3901-4B22-A4FC-DA17A8358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2052C-9CEB-4D0D-F062-F2F02C470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B1CF3-72F1-B37E-AE89-ACF99EABF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104379-3134-95C1-B19E-1DC3E9B77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E4A279-EDF1-5509-F859-2A0B4D47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76DF2-F3FD-A18B-F675-C4D322EBE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07EC1-9092-5A09-A6AF-5B8E269E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83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BB8E-FB3D-81C0-C245-85D26BDA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F4D14-6036-842A-82B5-A8A0D225C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1AD39-6C87-7819-FD9D-60541000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DE8A6-6923-4989-A798-DA490011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41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D1740-8AA3-CC8E-B9E0-DFDC2E48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B6747-DFB7-2A8E-DFB9-26780BB2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D7065-8B10-0ABB-47E6-83773E68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3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F5AC-252D-FF56-4FA0-7F46CB57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63401-C6E6-8EEF-51B8-97EC7B8BD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F2C5A-60EC-EA8D-3EB4-D57A1D46B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B20F1-5258-905E-2C20-934BA0F1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A0DBE-5F9F-56C5-82DF-3E1B4A72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75CB4-AFE6-999B-E5A7-6FEC64F3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703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2F85-3DFF-9699-7DC3-F8FDFB99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8D4D3-702D-7F6D-DDD6-B7554AA05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410A2-8F8A-B697-30B9-9399AE69A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08676-ABE7-2707-B623-3CD4E9345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23EE-4256-8602-4028-F8DBA738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0FC10-4873-1C86-7733-81E97A45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016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496E-BDB0-93FA-4411-B2DADCCB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62ACB-1D39-903A-C78F-F5F5B5811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B7B77-5743-E3F4-0A1A-7243DD29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51C80-B680-49F0-4796-BEBB5389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6518F-CF4B-08CD-9DE8-5A867B99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35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BCAD2C-4BD5-BF54-C659-05D07F62C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27773-211B-6A49-2436-6572A0079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F069B-5BFD-CB70-648A-AA86CB89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A5C94-9F2E-CFF2-20D5-6B0912AF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9EEC9-4010-B08E-367A-1D7988560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99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6EF67-D103-E66F-486D-914B50B8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48EC8-84FF-4CE3-E384-7064D66A2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5C128-C261-B643-1970-FF2A7CD53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598E8-B6C1-4DFB-A9AD-E6FA949ED58D}" type="datetimeFigureOut">
              <a:rPr lang="en-IN" smtClean="0"/>
              <a:t>27-05-2025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69F0D-18EE-1D02-726B-E027587E9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D95F6-AA5D-E523-9BC1-FD841CE56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D92AB-3006-4ED0-8DA1-A378BA73F6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880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7D1C8E-28C0-2749-2727-08F6AF3A098E}"/>
              </a:ext>
            </a:extLst>
          </p:cNvPr>
          <p:cNvSpPr/>
          <p:nvPr/>
        </p:nvSpPr>
        <p:spPr>
          <a:xfrm>
            <a:off x="3601719" y="-9262"/>
            <a:ext cx="5038169" cy="796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49E14-65C6-593F-FC21-14C548DCD657}"/>
              </a:ext>
            </a:extLst>
          </p:cNvPr>
          <p:cNvSpPr txBox="1"/>
          <p:nvPr/>
        </p:nvSpPr>
        <p:spPr>
          <a:xfrm>
            <a:off x="3616959" y="131093"/>
            <a:ext cx="319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</a:t>
            </a:r>
            <a:r>
              <a:rPr lang="en-US" dirty="0" err="1"/>
              <a:t>Attednance</a:t>
            </a:r>
            <a:r>
              <a:rPr lang="en-US" dirty="0"/>
              <a:t> System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AB378A-031F-E76B-2CCF-9474CEC713F9}"/>
              </a:ext>
            </a:extLst>
          </p:cNvPr>
          <p:cNvSpPr/>
          <p:nvPr/>
        </p:nvSpPr>
        <p:spPr>
          <a:xfrm>
            <a:off x="3581400" y="1229360"/>
            <a:ext cx="5029200" cy="53949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9820B-320E-0A57-B1E8-920F66FFCB2E}"/>
              </a:ext>
            </a:extLst>
          </p:cNvPr>
          <p:cNvSpPr txBox="1"/>
          <p:nvPr/>
        </p:nvSpPr>
        <p:spPr>
          <a:xfrm>
            <a:off x="5673090" y="1544320"/>
            <a:ext cx="1483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LOGIN </a:t>
            </a:r>
            <a:endParaRPr lang="en-IN" sz="24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FC08EE-A58D-831C-C3F5-4657B2B15569}"/>
              </a:ext>
            </a:extLst>
          </p:cNvPr>
          <p:cNvSpPr txBox="1"/>
          <p:nvPr/>
        </p:nvSpPr>
        <p:spPr>
          <a:xfrm>
            <a:off x="3952240" y="2397760"/>
            <a:ext cx="1391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Light" panose="020B0502040204020203" pitchFamily="34" charset="0"/>
              </a:rPr>
              <a:t>Login as :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6FA1C-AB4C-522A-0B97-2C5DCBF3245B}"/>
              </a:ext>
            </a:extLst>
          </p:cNvPr>
          <p:cNvSpPr txBox="1"/>
          <p:nvPr/>
        </p:nvSpPr>
        <p:spPr>
          <a:xfrm>
            <a:off x="5405122" y="2379533"/>
            <a:ext cx="288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Teacher    	Student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BAA217-3D10-47DD-191F-8CE26DF48A72}"/>
              </a:ext>
            </a:extLst>
          </p:cNvPr>
          <p:cNvSpPr/>
          <p:nvPr/>
        </p:nvSpPr>
        <p:spPr>
          <a:xfrm>
            <a:off x="5293360" y="2509520"/>
            <a:ext cx="116842" cy="1320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D87A22D-16BB-8A47-079B-94A284436647}"/>
              </a:ext>
            </a:extLst>
          </p:cNvPr>
          <p:cNvSpPr/>
          <p:nvPr/>
        </p:nvSpPr>
        <p:spPr>
          <a:xfrm>
            <a:off x="7101840" y="2509520"/>
            <a:ext cx="116842" cy="132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30A4C-8ACC-8A79-9A76-0BA68ADA2DF5}"/>
              </a:ext>
            </a:extLst>
          </p:cNvPr>
          <p:cNvSpPr txBox="1"/>
          <p:nvPr/>
        </p:nvSpPr>
        <p:spPr>
          <a:xfrm>
            <a:off x="3952240" y="2953136"/>
            <a:ext cx="2346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Light" panose="020B0502040204020203" pitchFamily="34" charset="0"/>
              </a:rPr>
              <a:t>Teacher id  :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265533-12B5-7C9F-C791-725A28135448}"/>
              </a:ext>
            </a:extLst>
          </p:cNvPr>
          <p:cNvSpPr/>
          <p:nvPr/>
        </p:nvSpPr>
        <p:spPr>
          <a:xfrm>
            <a:off x="5293360" y="2953136"/>
            <a:ext cx="240157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FACD5-036D-B592-E987-7EA09628C07F}"/>
              </a:ext>
            </a:extLst>
          </p:cNvPr>
          <p:cNvSpPr txBox="1"/>
          <p:nvPr/>
        </p:nvSpPr>
        <p:spPr>
          <a:xfrm>
            <a:off x="3977640" y="3464727"/>
            <a:ext cx="2733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Light" panose="020B0502040204020203" pitchFamily="34" charset="0"/>
              </a:rPr>
              <a:t>Class id :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8340C2-46FB-D766-7BA2-6CA6B72B5DBF}"/>
              </a:ext>
            </a:extLst>
          </p:cNvPr>
          <p:cNvSpPr/>
          <p:nvPr/>
        </p:nvSpPr>
        <p:spPr>
          <a:xfrm>
            <a:off x="5046345" y="3454548"/>
            <a:ext cx="240157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BEF93A8-A3FA-FB30-C6A5-BED365CBBF1E}"/>
              </a:ext>
            </a:extLst>
          </p:cNvPr>
          <p:cNvSpPr/>
          <p:nvPr/>
        </p:nvSpPr>
        <p:spPr>
          <a:xfrm>
            <a:off x="7007860" y="3596633"/>
            <a:ext cx="264160" cy="90393"/>
          </a:xfrm>
          <a:custGeom>
            <a:avLst/>
            <a:gdLst>
              <a:gd name="connsiteX0" fmla="*/ 0 w 935990"/>
              <a:gd name="connsiteY0" fmla="*/ 405354 h 810707"/>
              <a:gd name="connsiteX1" fmla="*/ 233998 w 935990"/>
              <a:gd name="connsiteY1" fmla="*/ 405354 h 810707"/>
              <a:gd name="connsiteX2" fmla="*/ 233998 w 935990"/>
              <a:gd name="connsiteY2" fmla="*/ 0 h 810707"/>
              <a:gd name="connsiteX3" fmla="*/ 701993 w 935990"/>
              <a:gd name="connsiteY3" fmla="*/ 0 h 810707"/>
              <a:gd name="connsiteX4" fmla="*/ 701993 w 935990"/>
              <a:gd name="connsiteY4" fmla="*/ 405354 h 810707"/>
              <a:gd name="connsiteX5" fmla="*/ 935990 w 935990"/>
              <a:gd name="connsiteY5" fmla="*/ 405354 h 810707"/>
              <a:gd name="connsiteX6" fmla="*/ 467995 w 935990"/>
              <a:gd name="connsiteY6" fmla="*/ 810707 h 810707"/>
              <a:gd name="connsiteX7" fmla="*/ 0 w 935990"/>
              <a:gd name="connsiteY7" fmla="*/ 405354 h 810707"/>
              <a:gd name="connsiteX0" fmla="*/ 0 w 935990"/>
              <a:gd name="connsiteY0" fmla="*/ 405354 h 810707"/>
              <a:gd name="connsiteX1" fmla="*/ 233998 w 935990"/>
              <a:gd name="connsiteY1" fmla="*/ 405354 h 810707"/>
              <a:gd name="connsiteX2" fmla="*/ 233998 w 935990"/>
              <a:gd name="connsiteY2" fmla="*/ 0 h 810707"/>
              <a:gd name="connsiteX3" fmla="*/ 458153 w 935990"/>
              <a:gd name="connsiteY3" fmla="*/ 711200 h 810707"/>
              <a:gd name="connsiteX4" fmla="*/ 701993 w 935990"/>
              <a:gd name="connsiteY4" fmla="*/ 405354 h 810707"/>
              <a:gd name="connsiteX5" fmla="*/ 935990 w 935990"/>
              <a:gd name="connsiteY5" fmla="*/ 405354 h 810707"/>
              <a:gd name="connsiteX6" fmla="*/ 467995 w 935990"/>
              <a:gd name="connsiteY6" fmla="*/ 810707 h 810707"/>
              <a:gd name="connsiteX7" fmla="*/ 0 w 935990"/>
              <a:gd name="connsiteY7" fmla="*/ 405354 h 810707"/>
              <a:gd name="connsiteX0" fmla="*/ 0 w 935990"/>
              <a:gd name="connsiteY0" fmla="*/ 19274 h 424627"/>
              <a:gd name="connsiteX1" fmla="*/ 233998 w 935990"/>
              <a:gd name="connsiteY1" fmla="*/ 19274 h 424627"/>
              <a:gd name="connsiteX2" fmla="*/ 91758 w 935990"/>
              <a:gd name="connsiteY2" fmla="*/ 0 h 424627"/>
              <a:gd name="connsiteX3" fmla="*/ 458153 w 935990"/>
              <a:gd name="connsiteY3" fmla="*/ 325120 h 424627"/>
              <a:gd name="connsiteX4" fmla="*/ 701993 w 935990"/>
              <a:gd name="connsiteY4" fmla="*/ 19274 h 424627"/>
              <a:gd name="connsiteX5" fmla="*/ 935990 w 935990"/>
              <a:gd name="connsiteY5" fmla="*/ 19274 h 424627"/>
              <a:gd name="connsiteX6" fmla="*/ 467995 w 935990"/>
              <a:gd name="connsiteY6" fmla="*/ 424627 h 424627"/>
              <a:gd name="connsiteX7" fmla="*/ 0 w 935990"/>
              <a:gd name="connsiteY7" fmla="*/ 19274 h 424627"/>
              <a:gd name="connsiteX0" fmla="*/ 0 w 935990"/>
              <a:gd name="connsiteY0" fmla="*/ 20320 h 425673"/>
              <a:gd name="connsiteX1" fmla="*/ 233998 w 935990"/>
              <a:gd name="connsiteY1" fmla="*/ 20320 h 425673"/>
              <a:gd name="connsiteX2" fmla="*/ 91758 w 935990"/>
              <a:gd name="connsiteY2" fmla="*/ 1046 h 425673"/>
              <a:gd name="connsiteX3" fmla="*/ 458153 w 935990"/>
              <a:gd name="connsiteY3" fmla="*/ 326166 h 425673"/>
              <a:gd name="connsiteX4" fmla="*/ 813753 w 935990"/>
              <a:gd name="connsiteY4" fmla="*/ 0 h 425673"/>
              <a:gd name="connsiteX5" fmla="*/ 935990 w 935990"/>
              <a:gd name="connsiteY5" fmla="*/ 20320 h 425673"/>
              <a:gd name="connsiteX6" fmla="*/ 467995 w 935990"/>
              <a:gd name="connsiteY6" fmla="*/ 425673 h 425673"/>
              <a:gd name="connsiteX7" fmla="*/ 0 w 935990"/>
              <a:gd name="connsiteY7" fmla="*/ 20320 h 425673"/>
              <a:gd name="connsiteX0" fmla="*/ 0 w 935990"/>
              <a:gd name="connsiteY0" fmla="*/ 20320 h 425673"/>
              <a:gd name="connsiteX1" fmla="*/ 51118 w 935990"/>
              <a:gd name="connsiteY1" fmla="*/ 20320 h 425673"/>
              <a:gd name="connsiteX2" fmla="*/ 91758 w 935990"/>
              <a:gd name="connsiteY2" fmla="*/ 1046 h 425673"/>
              <a:gd name="connsiteX3" fmla="*/ 458153 w 935990"/>
              <a:gd name="connsiteY3" fmla="*/ 326166 h 425673"/>
              <a:gd name="connsiteX4" fmla="*/ 813753 w 935990"/>
              <a:gd name="connsiteY4" fmla="*/ 0 h 425673"/>
              <a:gd name="connsiteX5" fmla="*/ 935990 w 935990"/>
              <a:gd name="connsiteY5" fmla="*/ 20320 h 425673"/>
              <a:gd name="connsiteX6" fmla="*/ 467995 w 935990"/>
              <a:gd name="connsiteY6" fmla="*/ 425673 h 425673"/>
              <a:gd name="connsiteX7" fmla="*/ 0 w 935990"/>
              <a:gd name="connsiteY7" fmla="*/ 20320 h 42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5990" h="425673">
                <a:moveTo>
                  <a:pt x="0" y="20320"/>
                </a:moveTo>
                <a:lnTo>
                  <a:pt x="51118" y="20320"/>
                </a:lnTo>
                <a:lnTo>
                  <a:pt x="91758" y="1046"/>
                </a:lnTo>
                <a:lnTo>
                  <a:pt x="458153" y="326166"/>
                </a:lnTo>
                <a:lnTo>
                  <a:pt x="813753" y="0"/>
                </a:lnTo>
                <a:lnTo>
                  <a:pt x="935990" y="20320"/>
                </a:lnTo>
                <a:lnTo>
                  <a:pt x="467995" y="425673"/>
                </a:lnTo>
                <a:lnTo>
                  <a:pt x="0" y="20320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D03B72-F9A2-EF7A-5052-A81AB5D7EA22}"/>
              </a:ext>
            </a:extLst>
          </p:cNvPr>
          <p:cNvSpPr txBox="1"/>
          <p:nvPr/>
        </p:nvSpPr>
        <p:spPr>
          <a:xfrm>
            <a:off x="5508625" y="3436023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select - -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5AAEBE-7C5D-F202-F7DC-2731A8C06089}"/>
              </a:ext>
            </a:extLst>
          </p:cNvPr>
          <p:cNvSpPr txBox="1"/>
          <p:nvPr/>
        </p:nvSpPr>
        <p:spPr>
          <a:xfrm>
            <a:off x="3987800" y="4019099"/>
            <a:ext cx="2153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Light" panose="020B0502040204020203" pitchFamily="34" charset="0"/>
              </a:rPr>
              <a:t>Password : 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7C727BF-7E6B-BC76-00D7-9C4CA68CD5C7}"/>
              </a:ext>
            </a:extLst>
          </p:cNvPr>
          <p:cNvSpPr/>
          <p:nvPr/>
        </p:nvSpPr>
        <p:spPr>
          <a:xfrm>
            <a:off x="5125720" y="4019099"/>
            <a:ext cx="2401570" cy="3693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DD4C02-F5AF-AC49-7FEB-71C93D266508}"/>
              </a:ext>
            </a:extLst>
          </p:cNvPr>
          <p:cNvSpPr/>
          <p:nvPr/>
        </p:nvSpPr>
        <p:spPr>
          <a:xfrm>
            <a:off x="5351781" y="4771906"/>
            <a:ext cx="1463038" cy="4267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1D1212-46C2-C62D-AD2F-3BE0B5FB8A56}"/>
              </a:ext>
            </a:extLst>
          </p:cNvPr>
          <p:cNvSpPr txBox="1"/>
          <p:nvPr/>
        </p:nvSpPr>
        <p:spPr>
          <a:xfrm>
            <a:off x="5737860" y="4800600"/>
            <a:ext cx="140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login</a:t>
            </a:r>
            <a:endParaRPr lang="en-IN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8FE55-A6C3-19E3-F704-9A771FF45264}"/>
              </a:ext>
            </a:extLst>
          </p:cNvPr>
          <p:cNvSpPr txBox="1"/>
          <p:nvPr/>
        </p:nvSpPr>
        <p:spPr>
          <a:xfrm>
            <a:off x="4744720" y="5332492"/>
            <a:ext cx="279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If teacher doesn’t have account to contact head of the department for </a:t>
            </a:r>
            <a:r>
              <a:rPr lang="en-US" sz="1400" i="1" dirty="0" err="1"/>
              <a:t>registation</a:t>
            </a:r>
            <a:endParaRPr lang="en-IN" sz="14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BEF09B-F470-74CF-9FE4-5177146E9EE5}"/>
              </a:ext>
            </a:extLst>
          </p:cNvPr>
          <p:cNvCxnSpPr/>
          <p:nvPr/>
        </p:nvCxnSpPr>
        <p:spPr>
          <a:xfrm flipH="1">
            <a:off x="3556000" y="-298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C96ECB-A02C-3DA2-9D40-1C9A962DBE8C}"/>
              </a:ext>
            </a:extLst>
          </p:cNvPr>
          <p:cNvCxnSpPr/>
          <p:nvPr/>
        </p:nvCxnSpPr>
        <p:spPr>
          <a:xfrm flipH="1">
            <a:off x="8594168" y="-9262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0E8332A-9081-6849-2C4C-936B623FA076}"/>
              </a:ext>
            </a:extLst>
          </p:cNvPr>
          <p:cNvSpPr txBox="1"/>
          <p:nvPr/>
        </p:nvSpPr>
        <p:spPr>
          <a:xfrm>
            <a:off x="10950942" y="81014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gency FB" panose="020B0503020202020204" pitchFamily="34" charset="0"/>
              </a:rPr>
              <a:t>Login frame</a:t>
            </a:r>
            <a:endParaRPr lang="en-IN" sz="1400" i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45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321A4E-4227-367D-6DB3-C4D0074B91B7}"/>
              </a:ext>
            </a:extLst>
          </p:cNvPr>
          <p:cNvSpPr/>
          <p:nvPr/>
        </p:nvSpPr>
        <p:spPr>
          <a:xfrm>
            <a:off x="3610688" y="-18227"/>
            <a:ext cx="5029200" cy="771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445DC-45FD-D994-0982-D8C4110CDE2C}"/>
              </a:ext>
            </a:extLst>
          </p:cNvPr>
          <p:cNvSpPr txBox="1"/>
          <p:nvPr/>
        </p:nvSpPr>
        <p:spPr>
          <a:xfrm>
            <a:off x="3610688" y="145842"/>
            <a:ext cx="2895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Student </a:t>
            </a:r>
            <a:r>
              <a:rPr lang="en-US" dirty="0" err="1"/>
              <a:t>Attednance</a:t>
            </a:r>
            <a:r>
              <a:rPr lang="en-US" dirty="0"/>
              <a:t> System</a:t>
            </a: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8A2D4C9-1B5E-FF97-A8B2-AD8617E2A608}"/>
              </a:ext>
            </a:extLst>
          </p:cNvPr>
          <p:cNvCxnSpPr/>
          <p:nvPr/>
        </p:nvCxnSpPr>
        <p:spPr>
          <a:xfrm flipH="1">
            <a:off x="3556000" y="-298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75386D-7CAF-519A-5C00-B4CE3F8EE305}"/>
              </a:ext>
            </a:extLst>
          </p:cNvPr>
          <p:cNvCxnSpPr/>
          <p:nvPr/>
        </p:nvCxnSpPr>
        <p:spPr>
          <a:xfrm flipH="1">
            <a:off x="8594168" y="-9262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49D49F-6C66-E864-BAB0-04D2D4028694}"/>
              </a:ext>
            </a:extLst>
          </p:cNvPr>
          <p:cNvSpPr txBox="1"/>
          <p:nvPr/>
        </p:nvSpPr>
        <p:spPr>
          <a:xfrm flipH="1">
            <a:off x="3709294" y="926067"/>
            <a:ext cx="291084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Hello, [</a:t>
            </a:r>
            <a:r>
              <a:rPr lang="en-US" sz="1100" i="1" dirty="0" err="1"/>
              <a:t>teacher_name</a:t>
            </a:r>
            <a:r>
              <a:rPr lang="en-US" sz="1100" dirty="0"/>
              <a:t>]</a:t>
            </a:r>
          </a:p>
          <a:p>
            <a:r>
              <a:rPr lang="en-US" sz="1100" dirty="0"/>
              <a:t>[</a:t>
            </a:r>
            <a:r>
              <a:rPr lang="en-US" sz="1100" i="1" dirty="0" err="1"/>
              <a:t>class_id</a:t>
            </a:r>
            <a:r>
              <a:rPr lang="en-US" sz="1100" dirty="0"/>
              <a:t>] : [</a:t>
            </a:r>
            <a:r>
              <a:rPr lang="en-US" sz="1100" i="1" dirty="0" err="1"/>
              <a:t>class_name</a:t>
            </a:r>
            <a:r>
              <a:rPr lang="en-US" sz="1100" dirty="0"/>
              <a:t>]</a:t>
            </a:r>
            <a:endParaRPr lang="en-IN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C06AA-4BDA-EE87-B89C-93A292CC6686}"/>
              </a:ext>
            </a:extLst>
          </p:cNvPr>
          <p:cNvSpPr txBox="1"/>
          <p:nvPr/>
        </p:nvSpPr>
        <p:spPr>
          <a:xfrm>
            <a:off x="7255436" y="926067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Date : [</a:t>
            </a:r>
            <a:r>
              <a:rPr lang="en-US" sz="1100" i="1" dirty="0" err="1"/>
              <a:t>present_date</a:t>
            </a:r>
            <a:r>
              <a:rPr lang="en-US" sz="1100" dirty="0"/>
              <a:t>]</a:t>
            </a:r>
          </a:p>
          <a:p>
            <a:r>
              <a:rPr lang="en-US" sz="1100" dirty="0"/>
              <a:t>Time: [</a:t>
            </a:r>
            <a:r>
              <a:rPr lang="en-US" sz="1100" i="1" dirty="0" err="1"/>
              <a:t>present_time</a:t>
            </a:r>
            <a:r>
              <a:rPr lang="en-US" sz="1100" dirty="0"/>
              <a:t>]</a:t>
            </a:r>
            <a:endParaRPr lang="en-IN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F0135F-9B6F-4EF1-B90D-5029BCB83C27}"/>
              </a:ext>
            </a:extLst>
          </p:cNvPr>
          <p:cNvSpPr/>
          <p:nvPr/>
        </p:nvSpPr>
        <p:spPr>
          <a:xfrm>
            <a:off x="5164715" y="1819835"/>
            <a:ext cx="1953562" cy="19184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11E534-D3F3-0FD8-DF63-1056CC91C88F}"/>
              </a:ext>
            </a:extLst>
          </p:cNvPr>
          <p:cNvSpPr/>
          <p:nvPr/>
        </p:nvSpPr>
        <p:spPr>
          <a:xfrm>
            <a:off x="5164715" y="4563032"/>
            <a:ext cx="1953562" cy="19184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9A348-0272-ED54-A1DB-E29A3CFE0E2B}"/>
              </a:ext>
            </a:extLst>
          </p:cNvPr>
          <p:cNvSpPr txBox="1"/>
          <p:nvPr/>
        </p:nvSpPr>
        <p:spPr>
          <a:xfrm>
            <a:off x="5609074" y="2625169"/>
            <a:ext cx="1286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Attendance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643C5F-ABDD-3212-EB12-FD5B6C7667EF}"/>
              </a:ext>
            </a:extLst>
          </p:cNvPr>
          <p:cNvSpPr txBox="1"/>
          <p:nvPr/>
        </p:nvSpPr>
        <p:spPr>
          <a:xfrm>
            <a:off x="5678248" y="5368366"/>
            <a:ext cx="1656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Dashboard</a:t>
            </a:r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06461-FB29-3D04-3528-E3CBBD3BEBBB}"/>
              </a:ext>
            </a:extLst>
          </p:cNvPr>
          <p:cNvSpPr txBox="1"/>
          <p:nvPr/>
        </p:nvSpPr>
        <p:spPr>
          <a:xfrm>
            <a:off x="10950942" y="81014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gency FB" panose="020B0503020202020204" pitchFamily="34" charset="0"/>
              </a:rPr>
              <a:t>Teacher login</a:t>
            </a:r>
            <a:endParaRPr lang="en-IN" sz="1400" i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85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ECC95C-A010-5241-AFE1-F3122C717E8F}"/>
              </a:ext>
            </a:extLst>
          </p:cNvPr>
          <p:cNvSpPr/>
          <p:nvPr/>
        </p:nvSpPr>
        <p:spPr>
          <a:xfrm>
            <a:off x="3610688" y="-18227"/>
            <a:ext cx="5029200" cy="771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2A6A72-3276-07B4-5C15-BB1F4EE8858C}"/>
              </a:ext>
            </a:extLst>
          </p:cNvPr>
          <p:cNvCxnSpPr/>
          <p:nvPr/>
        </p:nvCxnSpPr>
        <p:spPr>
          <a:xfrm flipH="1">
            <a:off x="3556000" y="-298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7C9919-9AEA-65D4-F5FB-3D0DE8B41698}"/>
              </a:ext>
            </a:extLst>
          </p:cNvPr>
          <p:cNvCxnSpPr/>
          <p:nvPr/>
        </p:nvCxnSpPr>
        <p:spPr>
          <a:xfrm flipH="1">
            <a:off x="8594168" y="-9262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D9179D8-E360-7970-D671-E299BF6B2537}"/>
              </a:ext>
            </a:extLst>
          </p:cNvPr>
          <p:cNvSpPr txBox="1"/>
          <p:nvPr/>
        </p:nvSpPr>
        <p:spPr>
          <a:xfrm>
            <a:off x="3616959" y="131093"/>
            <a:ext cx="319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</a:t>
            </a:r>
            <a:r>
              <a:rPr lang="en-US" dirty="0" err="1"/>
              <a:t>Attednance</a:t>
            </a:r>
            <a:r>
              <a:rPr lang="en-US" dirty="0"/>
              <a:t> System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C5C0C-C665-C82F-09D3-C7B093B111D6}"/>
              </a:ext>
            </a:extLst>
          </p:cNvPr>
          <p:cNvSpPr txBox="1"/>
          <p:nvPr/>
        </p:nvSpPr>
        <p:spPr>
          <a:xfrm flipH="1">
            <a:off x="3709294" y="926067"/>
            <a:ext cx="2386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Hello, [</a:t>
            </a:r>
            <a:r>
              <a:rPr lang="en-US" sz="1100" i="1" dirty="0" err="1"/>
              <a:t>teacher_name</a:t>
            </a:r>
            <a:r>
              <a:rPr lang="en-US" sz="1100" dirty="0"/>
              <a:t>]</a:t>
            </a:r>
          </a:p>
          <a:p>
            <a:r>
              <a:rPr lang="en-US" sz="1100" dirty="0"/>
              <a:t>[</a:t>
            </a:r>
            <a:r>
              <a:rPr lang="en-US" sz="1100" i="1" dirty="0" err="1"/>
              <a:t>class_id</a:t>
            </a:r>
            <a:r>
              <a:rPr lang="en-US" sz="1100" dirty="0"/>
              <a:t>] : [</a:t>
            </a:r>
            <a:r>
              <a:rPr lang="en-US" sz="1100" i="1" dirty="0" err="1"/>
              <a:t>class_name</a:t>
            </a:r>
            <a:r>
              <a:rPr lang="en-US" sz="1100" dirty="0"/>
              <a:t>]</a:t>
            </a:r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20308-18F8-2C1B-B96F-80B785DD3A98}"/>
              </a:ext>
            </a:extLst>
          </p:cNvPr>
          <p:cNvSpPr txBox="1"/>
          <p:nvPr/>
        </p:nvSpPr>
        <p:spPr>
          <a:xfrm>
            <a:off x="7255436" y="926067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Date : [</a:t>
            </a:r>
            <a:r>
              <a:rPr lang="en-US" sz="1100" i="1" dirty="0" err="1"/>
              <a:t>present_date</a:t>
            </a:r>
            <a:r>
              <a:rPr lang="en-US" sz="1100" dirty="0"/>
              <a:t>]</a:t>
            </a:r>
          </a:p>
          <a:p>
            <a:r>
              <a:rPr lang="en-US" sz="1100" dirty="0"/>
              <a:t>Time: [</a:t>
            </a:r>
            <a:r>
              <a:rPr lang="en-US" sz="1100" i="1" dirty="0" err="1"/>
              <a:t>present_time</a:t>
            </a:r>
            <a:r>
              <a:rPr lang="en-US" sz="1100" dirty="0"/>
              <a:t>]</a:t>
            </a:r>
            <a:endParaRPr lang="en-IN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9BBEF6-20BF-C0A4-F138-5F9C974A0719}"/>
              </a:ext>
            </a:extLst>
          </p:cNvPr>
          <p:cNvSpPr/>
          <p:nvPr/>
        </p:nvSpPr>
        <p:spPr>
          <a:xfrm>
            <a:off x="3597833" y="1688364"/>
            <a:ext cx="5042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C4868-4F4D-B153-2318-FF793B467EBE}"/>
              </a:ext>
            </a:extLst>
          </p:cNvPr>
          <p:cNvSpPr txBox="1"/>
          <p:nvPr/>
        </p:nvSpPr>
        <p:spPr>
          <a:xfrm>
            <a:off x="3643553" y="1688364"/>
            <a:ext cx="187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Students details :</a:t>
            </a:r>
            <a:endParaRPr lang="en-IN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97003E16-25AD-76C1-CB93-534964D9D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340750"/>
              </p:ext>
            </p:extLst>
          </p:nvPr>
        </p:nvGraphicFramePr>
        <p:xfrm>
          <a:off x="4333241" y="2292282"/>
          <a:ext cx="3500119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01239">
                  <a:extLst>
                    <a:ext uri="{9D8B030D-6E8A-4147-A177-3AD203B41FA5}">
                      <a16:colId xmlns:a16="http://schemas.microsoft.com/office/drawing/2014/main" val="2983090131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1903451699"/>
                    </a:ext>
                  </a:extLst>
                </a:gridCol>
              </a:tblGrid>
              <a:tr h="52771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Status   ✅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87016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227938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634615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30139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13077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21357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51414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21764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350515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05171"/>
                  </a:ext>
                </a:extLst>
              </a:tr>
              <a:tr h="35739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53397"/>
                  </a:ext>
                </a:extLst>
              </a:tr>
            </a:tbl>
          </a:graphicData>
        </a:graphic>
      </p:graphicFrame>
      <p:sp>
        <p:nvSpPr>
          <p:cNvPr id="13" name="Action Button: Get Information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4EB05D1-6618-24D1-9688-559A061F8C15}"/>
              </a:ext>
            </a:extLst>
          </p:cNvPr>
          <p:cNvSpPr/>
          <p:nvPr/>
        </p:nvSpPr>
        <p:spPr>
          <a:xfrm>
            <a:off x="8108432" y="1758582"/>
            <a:ext cx="309880" cy="228896"/>
          </a:xfrm>
          <a:prstGeom prst="actionButtonInform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01F3FE-3BFE-83A9-10A7-2A98C09ED58F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418312" y="1614992"/>
            <a:ext cx="1152408" cy="258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37660B9-5379-A900-AEFE-0534907766D9}"/>
              </a:ext>
            </a:extLst>
          </p:cNvPr>
          <p:cNvSpPr txBox="1"/>
          <p:nvPr/>
        </p:nvSpPr>
        <p:spPr>
          <a:xfrm flipH="1">
            <a:off x="9572960" y="1453800"/>
            <a:ext cx="1521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Set as holiday</a:t>
            </a:r>
            <a:endParaRPr lang="en-IN" sz="14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5AB64B7-BDB2-3CFD-2870-6A0BC1451F21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8474636" y="1607689"/>
            <a:ext cx="1098324" cy="2653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1B857EF-A441-8E0D-5347-C0DEEB613947}"/>
              </a:ext>
            </a:extLst>
          </p:cNvPr>
          <p:cNvSpPr txBox="1"/>
          <p:nvPr/>
        </p:nvSpPr>
        <p:spPr>
          <a:xfrm>
            <a:off x="10950942" y="81014"/>
            <a:ext cx="12698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latin typeface="Agency FB" panose="020B0503020202020204" pitchFamily="34" charset="0"/>
              </a:rPr>
              <a:t>Attednance</a:t>
            </a:r>
            <a:r>
              <a:rPr lang="en-US" sz="1400" i="1" dirty="0">
                <a:latin typeface="Agency FB" panose="020B0503020202020204" pitchFamily="34" charset="0"/>
              </a:rPr>
              <a:t> method</a:t>
            </a:r>
            <a:endParaRPr lang="en-IN" sz="1400" i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28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1D5466-F8A6-8587-B341-AA707CF61CC4}"/>
              </a:ext>
            </a:extLst>
          </p:cNvPr>
          <p:cNvSpPr/>
          <p:nvPr/>
        </p:nvSpPr>
        <p:spPr>
          <a:xfrm>
            <a:off x="389968" y="-18227"/>
            <a:ext cx="5029200" cy="771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5AA93-6C8D-649B-186B-B28A4413CA06}"/>
              </a:ext>
            </a:extLst>
          </p:cNvPr>
          <p:cNvCxnSpPr/>
          <p:nvPr/>
        </p:nvCxnSpPr>
        <p:spPr>
          <a:xfrm flipH="1">
            <a:off x="335280" y="-298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273CFE-7043-950A-85D1-C628ED5E0D66}"/>
              </a:ext>
            </a:extLst>
          </p:cNvPr>
          <p:cNvCxnSpPr/>
          <p:nvPr/>
        </p:nvCxnSpPr>
        <p:spPr>
          <a:xfrm flipH="1">
            <a:off x="5373448" y="-9262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0AA6AF1-030C-7E30-7CB6-C87420941E42}"/>
              </a:ext>
            </a:extLst>
          </p:cNvPr>
          <p:cNvSpPr txBox="1"/>
          <p:nvPr/>
        </p:nvSpPr>
        <p:spPr>
          <a:xfrm>
            <a:off x="396239" y="131093"/>
            <a:ext cx="319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</a:t>
            </a:r>
            <a:r>
              <a:rPr lang="en-US" dirty="0" err="1"/>
              <a:t>Attednance</a:t>
            </a:r>
            <a:r>
              <a:rPr lang="en-US" dirty="0"/>
              <a:t> System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F80C5-FA93-8E46-BE8F-6BB636664335}"/>
              </a:ext>
            </a:extLst>
          </p:cNvPr>
          <p:cNvSpPr txBox="1"/>
          <p:nvPr/>
        </p:nvSpPr>
        <p:spPr>
          <a:xfrm flipH="1">
            <a:off x="488574" y="926067"/>
            <a:ext cx="2386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Hello, [</a:t>
            </a:r>
            <a:r>
              <a:rPr lang="en-US" sz="1100" i="1" dirty="0" err="1"/>
              <a:t>teacher_name</a:t>
            </a:r>
            <a:r>
              <a:rPr lang="en-US" sz="1100" dirty="0"/>
              <a:t>]</a:t>
            </a:r>
          </a:p>
          <a:p>
            <a:r>
              <a:rPr lang="en-US" sz="1100" dirty="0"/>
              <a:t>[</a:t>
            </a:r>
            <a:r>
              <a:rPr lang="en-US" sz="1100" i="1" dirty="0" err="1"/>
              <a:t>class_id</a:t>
            </a:r>
            <a:r>
              <a:rPr lang="en-US" sz="1100" dirty="0"/>
              <a:t>] : [</a:t>
            </a:r>
            <a:r>
              <a:rPr lang="en-US" sz="1100" i="1" dirty="0" err="1"/>
              <a:t>class_name</a:t>
            </a:r>
            <a:r>
              <a:rPr lang="en-US" sz="1100" dirty="0"/>
              <a:t>]</a:t>
            </a:r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C52B36-EFCD-3D0F-9F44-2C6E3C66E946}"/>
              </a:ext>
            </a:extLst>
          </p:cNvPr>
          <p:cNvSpPr txBox="1"/>
          <p:nvPr/>
        </p:nvSpPr>
        <p:spPr>
          <a:xfrm>
            <a:off x="4034716" y="926067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Date : [</a:t>
            </a:r>
            <a:r>
              <a:rPr lang="en-US" sz="1100" i="1" dirty="0" err="1"/>
              <a:t>present_date</a:t>
            </a:r>
            <a:r>
              <a:rPr lang="en-US" sz="1100" dirty="0"/>
              <a:t>]</a:t>
            </a:r>
          </a:p>
          <a:p>
            <a:r>
              <a:rPr lang="en-US" sz="1100" dirty="0"/>
              <a:t>Time: [</a:t>
            </a:r>
            <a:r>
              <a:rPr lang="en-US" sz="1100" i="1" dirty="0" err="1"/>
              <a:t>present_time</a:t>
            </a:r>
            <a:r>
              <a:rPr lang="en-US" sz="1100" dirty="0"/>
              <a:t>]</a:t>
            </a:r>
            <a:endParaRPr lang="en-IN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FC2428-4AA3-81B7-8958-D5E5783ECE58}"/>
              </a:ext>
            </a:extLst>
          </p:cNvPr>
          <p:cNvSpPr/>
          <p:nvPr/>
        </p:nvSpPr>
        <p:spPr>
          <a:xfrm>
            <a:off x="377113" y="1688364"/>
            <a:ext cx="5042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68E1BE-05B3-3E22-DF57-1610C43A6B96}"/>
              </a:ext>
            </a:extLst>
          </p:cNvPr>
          <p:cNvSpPr/>
          <p:nvPr/>
        </p:nvSpPr>
        <p:spPr>
          <a:xfrm>
            <a:off x="6201488" y="-18227"/>
            <a:ext cx="5029200" cy="7378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0479BC-A668-9587-21AA-2B5412FDD682}"/>
              </a:ext>
            </a:extLst>
          </p:cNvPr>
          <p:cNvCxnSpPr/>
          <p:nvPr/>
        </p:nvCxnSpPr>
        <p:spPr>
          <a:xfrm flipH="1">
            <a:off x="6146800" y="20022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E16AA7-0779-0E88-A8F4-6E16EACD9AEE}"/>
              </a:ext>
            </a:extLst>
          </p:cNvPr>
          <p:cNvCxnSpPr/>
          <p:nvPr/>
        </p:nvCxnSpPr>
        <p:spPr>
          <a:xfrm flipH="1">
            <a:off x="11184968" y="11058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9ADBC67-4405-1BCE-149C-F7249A30CA76}"/>
              </a:ext>
            </a:extLst>
          </p:cNvPr>
          <p:cNvSpPr txBox="1"/>
          <p:nvPr/>
        </p:nvSpPr>
        <p:spPr>
          <a:xfrm>
            <a:off x="6207759" y="151413"/>
            <a:ext cx="319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Student </a:t>
            </a:r>
            <a:r>
              <a:rPr lang="en-US" dirty="0" err="1"/>
              <a:t>Attednance</a:t>
            </a:r>
            <a:r>
              <a:rPr lang="en-US" dirty="0"/>
              <a:t> System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B1653B-443A-0746-6869-94946AE6ADC3}"/>
              </a:ext>
            </a:extLst>
          </p:cNvPr>
          <p:cNvSpPr txBox="1"/>
          <p:nvPr/>
        </p:nvSpPr>
        <p:spPr>
          <a:xfrm>
            <a:off x="554913" y="1688364"/>
            <a:ext cx="187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 :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B0A8FB-4E5C-4E93-33EC-A694827B83A2}"/>
              </a:ext>
            </a:extLst>
          </p:cNvPr>
          <p:cNvSpPr txBox="1"/>
          <p:nvPr/>
        </p:nvSpPr>
        <p:spPr>
          <a:xfrm flipH="1">
            <a:off x="612138" y="2189087"/>
            <a:ext cx="2981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gency FB" panose="020B0503020202020204" pitchFamily="34" charset="0"/>
              </a:rPr>
              <a:t>Today class strength :  xx</a:t>
            </a:r>
            <a:endParaRPr lang="en-IN" sz="1600" dirty="0">
              <a:latin typeface="Agency FB" panose="020B0503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B83D27-BB2C-4413-5A39-95A05C73111A}"/>
              </a:ext>
            </a:extLst>
          </p:cNvPr>
          <p:cNvSpPr txBox="1"/>
          <p:nvPr/>
        </p:nvSpPr>
        <p:spPr>
          <a:xfrm flipH="1">
            <a:off x="612138" y="2544893"/>
            <a:ext cx="2981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gency FB" panose="020B0503020202020204" pitchFamily="34" charset="0"/>
              </a:rPr>
              <a:t>Yesterday class strength :  xx</a:t>
            </a:r>
            <a:endParaRPr lang="en-IN" sz="1600" dirty="0">
              <a:latin typeface="Agency FB" panose="020B0503020202020204" pitchFamily="34" charset="0"/>
            </a:endParaRP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94DBD793-41C8-38C0-1960-7DF806C67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5312795"/>
              </p:ext>
            </p:extLst>
          </p:nvPr>
        </p:nvGraphicFramePr>
        <p:xfrm>
          <a:off x="-71120" y="3346986"/>
          <a:ext cx="3387168" cy="2906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71113259-95B4-A280-AFFA-67C7F541DE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641578"/>
              </p:ext>
            </p:extLst>
          </p:nvPr>
        </p:nvGraphicFramePr>
        <p:xfrm>
          <a:off x="2844799" y="3363728"/>
          <a:ext cx="2687321" cy="28731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Table 10">
            <a:extLst>
              <a:ext uri="{FF2B5EF4-FFF2-40B4-BE49-F238E27FC236}">
                <a16:creationId xmlns:a16="http://schemas.microsoft.com/office/drawing/2014/main" id="{25BE6669-E063-389A-E2C8-976C2F073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222898"/>
              </p:ext>
            </p:extLst>
          </p:nvPr>
        </p:nvGraphicFramePr>
        <p:xfrm>
          <a:off x="6277840" y="824700"/>
          <a:ext cx="4604671" cy="58942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7794">
                  <a:extLst>
                    <a:ext uri="{9D8B030D-6E8A-4147-A177-3AD203B41FA5}">
                      <a16:colId xmlns:a16="http://schemas.microsoft.com/office/drawing/2014/main" val="2983090131"/>
                    </a:ext>
                  </a:extLst>
                </a:gridCol>
                <a:gridCol w="597967">
                  <a:extLst>
                    <a:ext uri="{9D8B030D-6E8A-4147-A177-3AD203B41FA5}">
                      <a16:colId xmlns:a16="http://schemas.microsoft.com/office/drawing/2014/main" val="1903451699"/>
                    </a:ext>
                  </a:extLst>
                </a:gridCol>
                <a:gridCol w="597967">
                  <a:extLst>
                    <a:ext uri="{9D8B030D-6E8A-4147-A177-3AD203B41FA5}">
                      <a16:colId xmlns:a16="http://schemas.microsoft.com/office/drawing/2014/main" val="1701638047"/>
                    </a:ext>
                  </a:extLst>
                </a:gridCol>
                <a:gridCol w="597967">
                  <a:extLst>
                    <a:ext uri="{9D8B030D-6E8A-4147-A177-3AD203B41FA5}">
                      <a16:colId xmlns:a16="http://schemas.microsoft.com/office/drawing/2014/main" val="987220081"/>
                    </a:ext>
                  </a:extLst>
                </a:gridCol>
                <a:gridCol w="597967">
                  <a:extLst>
                    <a:ext uri="{9D8B030D-6E8A-4147-A177-3AD203B41FA5}">
                      <a16:colId xmlns:a16="http://schemas.microsoft.com/office/drawing/2014/main" val="1541465764"/>
                    </a:ext>
                  </a:extLst>
                </a:gridCol>
                <a:gridCol w="467042">
                  <a:extLst>
                    <a:ext uri="{9D8B030D-6E8A-4147-A177-3AD203B41FA5}">
                      <a16:colId xmlns:a16="http://schemas.microsoft.com/office/drawing/2014/main" val="4236128335"/>
                    </a:ext>
                  </a:extLst>
                </a:gridCol>
                <a:gridCol w="597967">
                  <a:extLst>
                    <a:ext uri="{9D8B030D-6E8A-4147-A177-3AD203B41FA5}">
                      <a16:colId xmlns:a16="http://schemas.microsoft.com/office/drawing/2014/main" val="509195956"/>
                    </a:ext>
                  </a:extLst>
                </a:gridCol>
              </a:tblGrid>
              <a:tr h="88350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06…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587016"/>
                  </a:ext>
                </a:extLst>
              </a:tr>
              <a:tr h="61845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227938"/>
                  </a:ext>
                </a:extLst>
              </a:tr>
              <a:tr h="61845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634615"/>
                  </a:ext>
                </a:extLst>
              </a:tr>
              <a:tr h="61845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30139"/>
                  </a:ext>
                </a:extLst>
              </a:tr>
              <a:tr h="61845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13077"/>
                  </a:ext>
                </a:extLst>
              </a:tr>
              <a:tr h="618453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21357"/>
                  </a:ext>
                </a:extLst>
              </a:tr>
              <a:tr h="36267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51414"/>
                  </a:ext>
                </a:extLst>
              </a:tr>
              <a:tr h="36267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21764"/>
                  </a:ext>
                </a:extLst>
              </a:tr>
              <a:tr h="36267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350515"/>
                  </a:ext>
                </a:extLst>
              </a:tr>
              <a:tr h="36267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105171"/>
                  </a:ext>
                </a:extLst>
              </a:tr>
              <a:tr h="455437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Xxxxxxxxx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53397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315ECDC2-E089-2352-ADC5-8C7A523A84E9}"/>
              </a:ext>
            </a:extLst>
          </p:cNvPr>
          <p:cNvSpPr txBox="1"/>
          <p:nvPr/>
        </p:nvSpPr>
        <p:spPr>
          <a:xfrm>
            <a:off x="11325687" y="0"/>
            <a:ext cx="10620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latin typeface="Agency FB" panose="020B0503020202020204" pitchFamily="34" charset="0"/>
              </a:rPr>
              <a:t>Attednance</a:t>
            </a:r>
            <a:r>
              <a:rPr lang="en-US" sz="1400" i="1" dirty="0">
                <a:latin typeface="Agency FB" panose="020B0503020202020204" pitchFamily="34" charset="0"/>
              </a:rPr>
              <a:t> </a:t>
            </a:r>
            <a:r>
              <a:rPr lang="en-US" sz="1400" i="1" dirty="0" err="1">
                <a:latin typeface="Agency FB" panose="020B0503020202020204" pitchFamily="34" charset="0"/>
              </a:rPr>
              <a:t>analization</a:t>
            </a:r>
            <a:r>
              <a:rPr lang="en-US" sz="1400" i="1" dirty="0">
                <a:latin typeface="Agency FB" panose="020B0503020202020204" pitchFamily="34" charset="0"/>
              </a:rPr>
              <a:t> </a:t>
            </a:r>
            <a:endParaRPr lang="en-IN" sz="1400" i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62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0B5F80-B2DC-C7E4-BB81-A77C1CD866B0}"/>
              </a:ext>
            </a:extLst>
          </p:cNvPr>
          <p:cNvSpPr/>
          <p:nvPr/>
        </p:nvSpPr>
        <p:spPr>
          <a:xfrm>
            <a:off x="3610688" y="-18227"/>
            <a:ext cx="5029200" cy="771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C3897A3-0DCF-20CB-87DC-CF77BDA0EFA0}"/>
              </a:ext>
            </a:extLst>
          </p:cNvPr>
          <p:cNvCxnSpPr/>
          <p:nvPr/>
        </p:nvCxnSpPr>
        <p:spPr>
          <a:xfrm flipH="1">
            <a:off x="3556000" y="-298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FF2D30-C668-381B-A58E-01E3D0D05217}"/>
              </a:ext>
            </a:extLst>
          </p:cNvPr>
          <p:cNvCxnSpPr/>
          <p:nvPr/>
        </p:nvCxnSpPr>
        <p:spPr>
          <a:xfrm flipH="1">
            <a:off x="8594168" y="-9262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90A03A9-93A5-CE53-1B60-F6B2CA540DAE}"/>
              </a:ext>
            </a:extLst>
          </p:cNvPr>
          <p:cNvSpPr txBox="1"/>
          <p:nvPr/>
        </p:nvSpPr>
        <p:spPr>
          <a:xfrm>
            <a:off x="3610688" y="145842"/>
            <a:ext cx="2895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Student </a:t>
            </a:r>
            <a:r>
              <a:rPr lang="en-US" dirty="0" err="1"/>
              <a:t>Attednance</a:t>
            </a:r>
            <a:r>
              <a:rPr lang="en-US" dirty="0"/>
              <a:t> System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1FAD8-71FC-DCE1-2E9F-6EBD99B416C0}"/>
              </a:ext>
            </a:extLst>
          </p:cNvPr>
          <p:cNvSpPr txBox="1"/>
          <p:nvPr/>
        </p:nvSpPr>
        <p:spPr>
          <a:xfrm>
            <a:off x="4356847" y="1413718"/>
            <a:ext cx="1515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Light" panose="020B0502040204020203" pitchFamily="34" charset="0"/>
              </a:rPr>
              <a:t>Student id :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226C2D-3BE4-D4C3-8A18-98D22251CCE8}"/>
              </a:ext>
            </a:extLst>
          </p:cNvPr>
          <p:cNvSpPr/>
          <p:nvPr/>
        </p:nvSpPr>
        <p:spPr>
          <a:xfrm>
            <a:off x="5558118" y="1466612"/>
            <a:ext cx="1972236" cy="23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32F8A9-191D-D243-0709-62C462066F65}"/>
              </a:ext>
            </a:extLst>
          </p:cNvPr>
          <p:cNvSpPr/>
          <p:nvPr/>
        </p:nvSpPr>
        <p:spPr>
          <a:xfrm>
            <a:off x="5307106" y="2033322"/>
            <a:ext cx="1577788" cy="3077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25F57-118B-984C-B37D-5D1A61075C23}"/>
              </a:ext>
            </a:extLst>
          </p:cNvPr>
          <p:cNvSpPr txBox="1"/>
          <p:nvPr/>
        </p:nvSpPr>
        <p:spPr>
          <a:xfrm>
            <a:off x="5755339" y="1984748"/>
            <a:ext cx="102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hnschrift Light" panose="020B0502040204020203" pitchFamily="34" charset="0"/>
              </a:rPr>
              <a:t>Apply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5AB4E3-A52F-D583-A531-C8B8298D8C8E}"/>
              </a:ext>
            </a:extLst>
          </p:cNvPr>
          <p:cNvCxnSpPr/>
          <p:nvPr/>
        </p:nvCxnSpPr>
        <p:spPr>
          <a:xfrm>
            <a:off x="3601720" y="3039035"/>
            <a:ext cx="50381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01AF05-6010-82E6-3208-E432B5AD9C81}"/>
              </a:ext>
            </a:extLst>
          </p:cNvPr>
          <p:cNvSpPr txBox="1"/>
          <p:nvPr/>
        </p:nvSpPr>
        <p:spPr>
          <a:xfrm>
            <a:off x="3679416" y="3141245"/>
            <a:ext cx="1873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Student data :</a:t>
            </a:r>
            <a:endParaRPr lang="en-IN" dirty="0"/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F41387BD-57A0-8227-7960-E04E8A341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447891"/>
              </p:ext>
            </p:extLst>
          </p:nvPr>
        </p:nvGraphicFramePr>
        <p:xfrm>
          <a:off x="4729481" y="3612786"/>
          <a:ext cx="3177177" cy="2679000"/>
        </p:xfrm>
        <a:graphic>
          <a:graphicData uri="http://schemas.openxmlformats.org/drawingml/2006/table">
            <a:tbl>
              <a:tblPr firstCol="1" bandRow="1">
                <a:tableStyleId>{5940675A-B579-460E-94D1-54222C63F5DA}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1033645680"/>
                    </a:ext>
                  </a:extLst>
                </a:gridCol>
                <a:gridCol w="1593177">
                  <a:extLst>
                    <a:ext uri="{9D8B030D-6E8A-4147-A177-3AD203B41FA5}">
                      <a16:colId xmlns:a16="http://schemas.microsoft.com/office/drawing/2014/main" val="2714654302"/>
                    </a:ext>
                  </a:extLst>
                </a:gridCol>
              </a:tblGrid>
              <a:tr h="5358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Name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xxxxxxx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00516"/>
                  </a:ext>
                </a:extLst>
              </a:tr>
              <a:tr h="53580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No.of</a:t>
                      </a:r>
                      <a:r>
                        <a:rPr lang="en-US" b="1" dirty="0"/>
                        <a:t> Presents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xx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100037"/>
                  </a:ext>
                </a:extLst>
              </a:tr>
              <a:tr h="53580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No.of</a:t>
                      </a:r>
                      <a:r>
                        <a:rPr lang="en-US" b="1" dirty="0"/>
                        <a:t> Absents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xx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091116"/>
                  </a:ext>
                </a:extLst>
              </a:tr>
              <a:tr h="5358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xx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205520"/>
                  </a:ext>
                </a:extLst>
              </a:tr>
              <a:tr h="5358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Percentage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xx%</a:t>
                      </a:r>
                      <a:endParaRPr lang="en-IN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7121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4CEAFA9-845B-E3BC-C1FD-B1DE87717209}"/>
              </a:ext>
            </a:extLst>
          </p:cNvPr>
          <p:cNvSpPr txBox="1"/>
          <p:nvPr/>
        </p:nvSpPr>
        <p:spPr>
          <a:xfrm>
            <a:off x="10950942" y="81014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gency FB" panose="020B0503020202020204" pitchFamily="34" charset="0"/>
              </a:rPr>
              <a:t>Student login</a:t>
            </a:r>
            <a:endParaRPr lang="en-IN" sz="1400" i="1" dirty="0">
              <a:latin typeface="Agency FB" panose="020B0503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DFC0A-3161-23D9-0400-C0C4F96D1940}"/>
              </a:ext>
            </a:extLst>
          </p:cNvPr>
          <p:cNvSpPr txBox="1"/>
          <p:nvPr/>
        </p:nvSpPr>
        <p:spPr>
          <a:xfrm>
            <a:off x="7240196" y="805929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Date : [</a:t>
            </a:r>
            <a:r>
              <a:rPr lang="en-US" sz="1100" i="1" dirty="0" err="1"/>
              <a:t>present_date</a:t>
            </a:r>
            <a:r>
              <a:rPr lang="en-US" sz="1100" dirty="0"/>
              <a:t>]</a:t>
            </a:r>
          </a:p>
          <a:p>
            <a:r>
              <a:rPr lang="en-US" sz="1100" dirty="0"/>
              <a:t>Time: [</a:t>
            </a:r>
            <a:r>
              <a:rPr lang="en-US" sz="1100" i="1" dirty="0" err="1"/>
              <a:t>present_time</a:t>
            </a:r>
            <a:r>
              <a:rPr lang="en-US" sz="1100" dirty="0"/>
              <a:t>]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12586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F88FBA-F5C1-DCF1-B0CC-C1E7E7904700}"/>
              </a:ext>
            </a:extLst>
          </p:cNvPr>
          <p:cNvSpPr/>
          <p:nvPr/>
        </p:nvSpPr>
        <p:spPr>
          <a:xfrm>
            <a:off x="3610688" y="-18227"/>
            <a:ext cx="5029200" cy="771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96CB39-9298-3A0D-D04B-0971E14BC5CD}"/>
              </a:ext>
            </a:extLst>
          </p:cNvPr>
          <p:cNvCxnSpPr/>
          <p:nvPr/>
        </p:nvCxnSpPr>
        <p:spPr>
          <a:xfrm flipH="1">
            <a:off x="3556000" y="-298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73D3D2-EE1F-7155-B858-78A91ED26CEA}"/>
              </a:ext>
            </a:extLst>
          </p:cNvPr>
          <p:cNvCxnSpPr/>
          <p:nvPr/>
        </p:nvCxnSpPr>
        <p:spPr>
          <a:xfrm flipH="1">
            <a:off x="8594168" y="-9262"/>
            <a:ext cx="45720" cy="685829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1C4EE97-C838-98B4-C2A1-35C055DC2027}"/>
              </a:ext>
            </a:extLst>
          </p:cNvPr>
          <p:cNvSpPr txBox="1"/>
          <p:nvPr/>
        </p:nvSpPr>
        <p:spPr>
          <a:xfrm>
            <a:off x="3610688" y="145842"/>
            <a:ext cx="2895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Student </a:t>
            </a:r>
            <a:r>
              <a:rPr lang="en-US" dirty="0" err="1"/>
              <a:t>Attednance</a:t>
            </a:r>
            <a:r>
              <a:rPr lang="en-US" dirty="0"/>
              <a:t> System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99F903-8D9C-EBAD-FB86-167DE2866572}"/>
              </a:ext>
            </a:extLst>
          </p:cNvPr>
          <p:cNvSpPr txBox="1"/>
          <p:nvPr/>
        </p:nvSpPr>
        <p:spPr>
          <a:xfrm>
            <a:off x="10950942" y="81014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gency FB" panose="020B0503020202020204" pitchFamily="34" charset="0"/>
              </a:rPr>
              <a:t>Admin login</a:t>
            </a:r>
            <a:endParaRPr lang="en-IN" sz="1400" i="1" dirty="0">
              <a:latin typeface="Agency FB" panose="020B0503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BC0C53-3512-06DD-0051-25FD457DB82C}"/>
              </a:ext>
            </a:extLst>
          </p:cNvPr>
          <p:cNvSpPr txBox="1"/>
          <p:nvPr/>
        </p:nvSpPr>
        <p:spPr>
          <a:xfrm>
            <a:off x="7240196" y="805929"/>
            <a:ext cx="243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Date : [</a:t>
            </a:r>
            <a:r>
              <a:rPr lang="en-US" sz="1100" i="1" dirty="0" err="1"/>
              <a:t>present_date</a:t>
            </a:r>
            <a:r>
              <a:rPr lang="en-US" sz="1100" dirty="0"/>
              <a:t>]</a:t>
            </a:r>
          </a:p>
          <a:p>
            <a:r>
              <a:rPr lang="en-US" sz="1100" dirty="0"/>
              <a:t>Time: [</a:t>
            </a:r>
            <a:r>
              <a:rPr lang="en-US" sz="1100" i="1" dirty="0" err="1"/>
              <a:t>present_time</a:t>
            </a:r>
            <a:r>
              <a:rPr lang="en-US" sz="1100" dirty="0"/>
              <a:t>]</a:t>
            </a:r>
            <a:endParaRPr lang="en-IN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D7E935-2A35-02AD-FB45-50C5F3EAA5FA}"/>
              </a:ext>
            </a:extLst>
          </p:cNvPr>
          <p:cNvSpPr/>
          <p:nvPr/>
        </p:nvSpPr>
        <p:spPr>
          <a:xfrm>
            <a:off x="6553195" y="2633960"/>
            <a:ext cx="1577788" cy="3077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0E9EA-847A-4D11-39F2-A87859128D3F}"/>
              </a:ext>
            </a:extLst>
          </p:cNvPr>
          <p:cNvSpPr txBox="1"/>
          <p:nvPr/>
        </p:nvSpPr>
        <p:spPr>
          <a:xfrm>
            <a:off x="6553195" y="2633959"/>
            <a:ext cx="1908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hnschrift Light" panose="020B0502040204020203" pitchFamily="34" charset="0"/>
              </a:rPr>
              <a:t>Add new Teacher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941B91-5527-5ED3-7DC8-1C6E8A957FDF}"/>
              </a:ext>
            </a:extLst>
          </p:cNvPr>
          <p:cNvSpPr/>
          <p:nvPr/>
        </p:nvSpPr>
        <p:spPr>
          <a:xfrm>
            <a:off x="6569765" y="3561955"/>
            <a:ext cx="1577788" cy="3077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D88183-F891-3A1B-D793-26977E9A5280}"/>
              </a:ext>
            </a:extLst>
          </p:cNvPr>
          <p:cNvSpPr txBox="1"/>
          <p:nvPr/>
        </p:nvSpPr>
        <p:spPr>
          <a:xfrm>
            <a:off x="6822422" y="3567776"/>
            <a:ext cx="1908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hnschrift Light" panose="020B0502040204020203" pitchFamily="34" charset="0"/>
              </a:rPr>
              <a:t>Dashboard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BFFF35-7FE9-7E06-B2E8-EA701A29C705}"/>
              </a:ext>
            </a:extLst>
          </p:cNvPr>
          <p:cNvSpPr/>
          <p:nvPr/>
        </p:nvSpPr>
        <p:spPr>
          <a:xfrm>
            <a:off x="4105292" y="2628138"/>
            <a:ext cx="1577788" cy="3077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DBD5C3-2264-9EDF-EEE0-A25124818131}"/>
              </a:ext>
            </a:extLst>
          </p:cNvPr>
          <p:cNvSpPr txBox="1"/>
          <p:nvPr/>
        </p:nvSpPr>
        <p:spPr>
          <a:xfrm>
            <a:off x="4048335" y="2633959"/>
            <a:ext cx="1908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hnschrift Light" panose="020B0502040204020203" pitchFamily="34" charset="0"/>
              </a:rPr>
              <a:t>Manage accounts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23239C-213F-4021-BD67-C3051ADCC2A4}"/>
              </a:ext>
            </a:extLst>
          </p:cNvPr>
          <p:cNvSpPr/>
          <p:nvPr/>
        </p:nvSpPr>
        <p:spPr>
          <a:xfrm>
            <a:off x="4072732" y="3567776"/>
            <a:ext cx="1577788" cy="307777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69112E-FEB9-55BB-7645-9020857B1D60}"/>
              </a:ext>
            </a:extLst>
          </p:cNvPr>
          <p:cNvSpPr txBox="1"/>
          <p:nvPr/>
        </p:nvSpPr>
        <p:spPr>
          <a:xfrm>
            <a:off x="4311773" y="3548480"/>
            <a:ext cx="1957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hnschrift Light" panose="020B0502040204020203" pitchFamily="34" charset="0"/>
              </a:rPr>
              <a:t>Attedance</a:t>
            </a: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hnschrift Light" panose="020B0502040204020203" pitchFamily="34" charset="0"/>
              </a:rPr>
              <a:t> </a:t>
            </a:r>
            <a:endParaRPr lang="en-IN" sz="1600" dirty="0">
              <a:latin typeface="Bahnschrift Light" panose="020B0502040204020203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7393D8-B920-FBD1-1E38-F67B48730DE3}"/>
              </a:ext>
            </a:extLst>
          </p:cNvPr>
          <p:cNvCxnSpPr>
            <a:cxnSpLocks/>
          </p:cNvCxnSpPr>
          <p:nvPr/>
        </p:nvCxnSpPr>
        <p:spPr>
          <a:xfrm>
            <a:off x="7951694" y="3711388"/>
            <a:ext cx="14522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239601-A097-DD34-CAF7-4F7071BECC4A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2788024" y="3711388"/>
            <a:ext cx="1284708" cy="102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05BF863-7158-5E13-F1B7-D70B0E7E0542}"/>
              </a:ext>
            </a:extLst>
          </p:cNvPr>
          <p:cNvSpPr txBox="1"/>
          <p:nvPr/>
        </p:nvSpPr>
        <p:spPr>
          <a:xfrm>
            <a:off x="2165363" y="3567775"/>
            <a:ext cx="815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Step 3</a:t>
            </a:r>
            <a:endParaRPr lang="en-I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9D0E26-2F01-5382-7E71-E98BFD51CC0B}"/>
              </a:ext>
            </a:extLst>
          </p:cNvPr>
          <p:cNvSpPr txBox="1"/>
          <p:nvPr/>
        </p:nvSpPr>
        <p:spPr>
          <a:xfrm>
            <a:off x="9442697" y="3567774"/>
            <a:ext cx="815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Step 4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83801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347</Words>
  <Application>Microsoft Office PowerPoint</Application>
  <PresentationFormat>Widescreen</PresentationFormat>
  <Paragraphs>163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Agency FB</vt:lpstr>
      <vt:lpstr>Arial</vt:lpstr>
      <vt:lpstr>Bahnschrift Light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Prudhvi Naravula</dc:creator>
  <cp:lastModifiedBy>Prudhvi Naravula</cp:lastModifiedBy>
  <cp:revision>3</cp:revision>
  <dcterms:created xsi:type="dcterms:W3CDTF">2025-05-24T02:44:41Z</dcterms:created>
  <dcterms:modified xsi:type="dcterms:W3CDTF">2025-05-27T07:23:20Z</dcterms:modified>
</cp:coreProperties>
</file>